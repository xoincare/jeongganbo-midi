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🎵 MIDI 음악 라이브러리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ACC6"/>
                </a:solidFill>
              </a:defRPr>
            </a:pPr>
            <a:r>
              <a:t>총 210,282 파일  |  7개 데이터셋  |  5개국 전통음악</a:t>
            </a:r>
          </a:p>
        </p:txBody>
      </p:sp>
      <p:pic>
        <p:nvPicPr>
          <p:cNvPr id="4" name="Picture 3" descr="chart1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라이선스별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ACC6"/>
                </a:solidFill>
              </a:defRPr>
            </a:pPr>
            <a:r>
              <a:t>상업 가능 vs 연구용 vs 제한적 사용</a:t>
            </a:r>
          </a:p>
        </p:txBody>
      </p:sp>
      <p:pic>
        <p:nvPicPr>
          <p:cNvPr id="4" name="Picture 3" descr="chart2_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144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760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✅ 상업 가능: Mutopia(PD/CC-BY-SA) + 정간보(MIT) + 동아시아 전통(PD/CC-BY) = 1,756곡</a:t>
            </a:r>
            <a:br/>
            <a:r>
              <a:t>⚠️ 연구용: Lakh + ADL + GiantMIDI = 207,064곡</a:t>
            </a:r>
            <a:br/>
            <a:r>
              <a:t>🔒 CC-BY-NC-SA: MAESTRO = 1,276곡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🇰🇷 정간보 91곡 — 시대별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ACC6"/>
                </a:solidFill>
              </a:defRPr>
            </a:pPr>
            <a:r>
              <a:t>백제(~600)부터 조선 후기(~1910)까지 1,400년의 음악 유산</a:t>
            </a:r>
          </a:p>
        </p:txBody>
      </p:sp>
      <p:pic>
        <p:nvPicPr>
          <p:cNvPr id="4" name="Picture 3" descr="chart3_jeongganbo_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0972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ACC6"/>
                </a:solidFill>
              </a:defRPr>
            </a:pPr>
            <a:r>
              <a:t>💡 핵심: 현존 정악 91곡 중 81%가 조선 후기에 완성 → 정악의 황금기 | 가장 오래된 곡: 수제천(백제, ~600년)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🎶 정간보 91곡 — 장르별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ACC6"/>
                </a:solidFill>
              </a:defRPr>
            </a:pPr>
            <a:r>
              <a:t>가곡(35곡)이 최다, 영산회상 3계열(25곡) 합산 시 최대</a:t>
            </a:r>
          </a:p>
        </p:txBody>
      </p:sp>
      <p:pic>
        <p:nvPicPr>
          <p:cNvPr id="4" name="Picture 3" descr="chart4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용도별 MIDI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ACC6"/>
                </a:solidFill>
              </a:defRPr>
            </a:pPr>
            <a:r>
              <a:t>딥러닝 학습 데이터 vs 감상/연구 vs 상업 활용</a:t>
            </a:r>
          </a:p>
        </p:txBody>
      </p:sp>
      <p:pic>
        <p:nvPicPr>
          <p:cNvPr id="4" name="Picture 3" descr="chart5_pur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144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029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딥러닝 학습: 208,340곡 (Lakh + ADL + MAESTRO + GiantMIDI) — 음악 AI 모델 훈련</a:t>
            </a:r>
            <a:br/>
            <a:r>
              <a:t>• 정악 연구: 268 MIDI (91곡 × 3버전) — 한국 전통음악 디지털화의 최초 사례</a:t>
            </a:r>
            <a:br/>
            <a:r>
              <a:t>• 상업 BGM: 1,756곡 — 웹툰/게임/영상 배경음악으로 즉시 활용 가능</a:t>
            </a:r>
            <a:br/>
            <a:r>
              <a:t>• 참고: 30곡 — 추가 분석 및 비교 연구용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🎹 Mutopia 1,529곡 — 작곡가 Top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ACC6"/>
                </a:solidFill>
              </a:defRPr>
            </a:pPr>
            <a:r>
              <a:t>Public Domain / CC-BY-SA — 상업적 사용 가능</a:t>
            </a:r>
          </a:p>
        </p:txBody>
      </p:sp>
      <p:pic>
        <p:nvPicPr>
          <p:cNvPr id="4" name="Picture 3" descr="chart6_mutopia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종합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ACC6"/>
                </a:solidFill>
              </a:defRPr>
            </a:pPr>
            <a:r>
              <a:t>🎵 총 보유량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210,282 MIDI 파일 (7.4GB+)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ACC6"/>
                </a:solidFill>
              </a:defRPr>
            </a:pPr>
            <a:r>
              <a:t>🇰🇷 한국 정악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91곡 × 3버전 = 268 MIDI (세계 최초 정간보→MIDI)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ACC6"/>
                </a:solidFill>
              </a:defRPr>
            </a:pPr>
            <a:r>
              <a:t>🌏 동아시아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한국 3 + 중국 11 + 일본 110 + 동양고전 6 = 130곡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ACC6"/>
                </a:solidFill>
              </a:defRPr>
            </a:pPr>
            <a:r>
              <a:t>🎹 서양 클래식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Mutopia 1,529곡 (상업 가능)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ACC6"/>
                </a:solidFill>
              </a:defRPr>
            </a:pPr>
            <a:r>
              <a:t>🤖 딥러닝용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Lakh 195K + ADL 11K + MAESTRO 1.3K + GiantMIDI 160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ACC6"/>
                </a:solidFill>
              </a:defRPr>
            </a:pPr>
            <a:r>
              <a:t>✅ 상업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1,756곡 (웹툰 BGM 즉시 활용 가능)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ACC6"/>
                </a:solidFill>
              </a:defRPr>
            </a:pPr>
            <a:r>
              <a:t>📈 다음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LilyPond→MIDI 추가 변환, 세종실록악보 복원, AI 모델 학습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